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jxgbYjccChfboh+PxKghejRKdfE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31F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8277F1-729D-4533-9937-95B36D51CB5B}" v="2" dt="2026-08-06T07:05:58.9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87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customschemas.google.com/relationships/presentationmetadata" Target="meta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izza Maira" userId="d0a25a6f-4008-4c86-8740-27856525f3e1" providerId="ADAL" clId="{A44FACB3-3A32-418A-B1D8-F602B668736A}"/>
    <pc:docChg chg="undo custSel addSld modSld">
      <pc:chgData name="Fizza Maira" userId="d0a25a6f-4008-4c86-8740-27856525f3e1" providerId="ADAL" clId="{A44FACB3-3A32-418A-B1D8-F602B668736A}" dt="2026-08-06T07:13:10.115" v="595" actId="1076"/>
      <pc:docMkLst>
        <pc:docMk/>
      </pc:docMkLst>
      <pc:sldChg chg="modSp mod">
        <pc:chgData name="Fizza Maira" userId="d0a25a6f-4008-4c86-8740-27856525f3e1" providerId="ADAL" clId="{A44FACB3-3A32-418A-B1D8-F602B668736A}" dt="2026-08-06T06:56:31.796" v="66" actId="207"/>
        <pc:sldMkLst>
          <pc:docMk/>
          <pc:sldMk cId="0" sldId="256"/>
        </pc:sldMkLst>
        <pc:spChg chg="mod">
          <ac:chgData name="Fizza Maira" userId="d0a25a6f-4008-4c86-8740-27856525f3e1" providerId="ADAL" clId="{A44FACB3-3A32-418A-B1D8-F602B668736A}" dt="2026-08-06T06:56:31.796" v="66" actId="207"/>
          <ac:spMkLst>
            <pc:docMk/>
            <pc:sldMk cId="0" sldId="256"/>
            <ac:spMk id="94" creationId="{00000000-0000-0000-0000-000000000000}"/>
          </ac:spMkLst>
        </pc:spChg>
      </pc:sldChg>
      <pc:sldChg chg="addSp delSp modSp mod">
        <pc:chgData name="Fizza Maira" userId="d0a25a6f-4008-4c86-8740-27856525f3e1" providerId="ADAL" clId="{A44FACB3-3A32-418A-B1D8-F602B668736A}" dt="2026-08-06T06:59:42.372" v="125" actId="1036"/>
        <pc:sldMkLst>
          <pc:docMk/>
          <pc:sldMk cId="0" sldId="257"/>
        </pc:sldMkLst>
        <pc:spChg chg="add mod">
          <ac:chgData name="Fizza Maira" userId="d0a25a6f-4008-4c86-8740-27856525f3e1" providerId="ADAL" clId="{A44FACB3-3A32-418A-B1D8-F602B668736A}" dt="2026-08-06T06:56:48.518" v="69" actId="122"/>
          <ac:spMkLst>
            <pc:docMk/>
            <pc:sldMk cId="0" sldId="257"/>
            <ac:spMk id="3" creationId="{6E5FE501-52FC-9663-175F-EE814939F785}"/>
          </ac:spMkLst>
        </pc:spChg>
        <pc:spChg chg="add mod">
          <ac:chgData name="Fizza Maira" userId="d0a25a6f-4008-4c86-8740-27856525f3e1" providerId="ADAL" clId="{A44FACB3-3A32-418A-B1D8-F602B668736A}" dt="2026-08-06T06:59:42.372" v="125" actId="1036"/>
          <ac:spMkLst>
            <pc:docMk/>
            <pc:sldMk cId="0" sldId="257"/>
            <ac:spMk id="5" creationId="{F18859DA-4EBF-86FB-39DA-CC40AEFAA531}"/>
          </ac:spMkLst>
        </pc:spChg>
        <pc:spChg chg="add del mod">
          <ac:chgData name="Fizza Maira" userId="d0a25a6f-4008-4c86-8740-27856525f3e1" providerId="ADAL" clId="{A44FACB3-3A32-418A-B1D8-F602B668736A}" dt="2026-08-06T06:56:56.706" v="71" actId="478"/>
          <ac:spMkLst>
            <pc:docMk/>
            <pc:sldMk cId="0" sldId="257"/>
            <ac:spMk id="7" creationId="{47ACB267-F7CA-D45F-F1B9-E208296EE326}"/>
          </ac:spMkLst>
        </pc:spChg>
        <pc:spChg chg="add del mod">
          <ac:chgData name="Fizza Maira" userId="d0a25a6f-4008-4c86-8740-27856525f3e1" providerId="ADAL" clId="{A44FACB3-3A32-418A-B1D8-F602B668736A}" dt="2026-08-06T06:56:52.400" v="70" actId="478"/>
          <ac:spMkLst>
            <pc:docMk/>
            <pc:sldMk cId="0" sldId="257"/>
            <ac:spMk id="9" creationId="{8C2CC35A-C1C4-C9E7-86A2-232A1BAC361B}"/>
          </ac:spMkLst>
        </pc:spChg>
      </pc:sldChg>
      <pc:sldChg chg="addSp delSp modSp mod">
        <pc:chgData name="Fizza Maira" userId="d0a25a6f-4008-4c86-8740-27856525f3e1" providerId="ADAL" clId="{A44FACB3-3A32-418A-B1D8-F602B668736A}" dt="2026-08-06T07:07:56.465" v="389" actId="1035"/>
        <pc:sldMkLst>
          <pc:docMk/>
          <pc:sldMk cId="0" sldId="258"/>
        </pc:sldMkLst>
        <pc:spChg chg="add mod">
          <ac:chgData name="Fizza Maira" userId="d0a25a6f-4008-4c86-8740-27856525f3e1" providerId="ADAL" clId="{A44FACB3-3A32-418A-B1D8-F602B668736A}" dt="2026-08-06T07:07:56.465" v="389" actId="1035"/>
          <ac:spMkLst>
            <pc:docMk/>
            <pc:sldMk cId="0" sldId="258"/>
            <ac:spMk id="3" creationId="{9809ED82-7865-1E75-8005-E3EE187972A9}"/>
          </ac:spMkLst>
        </pc:spChg>
        <pc:spChg chg="add del">
          <ac:chgData name="Fizza Maira" userId="d0a25a6f-4008-4c86-8740-27856525f3e1" providerId="ADAL" clId="{A44FACB3-3A32-418A-B1D8-F602B668736A}" dt="2026-08-06T06:57:33.761" v="75" actId="22"/>
          <ac:spMkLst>
            <pc:docMk/>
            <pc:sldMk cId="0" sldId="258"/>
            <ac:spMk id="5" creationId="{8F03CF5C-94F2-6975-E3F3-1B4B69AD5D5D}"/>
          </ac:spMkLst>
        </pc:spChg>
        <pc:spChg chg="add del mod">
          <ac:chgData name="Fizza Maira" userId="d0a25a6f-4008-4c86-8740-27856525f3e1" providerId="ADAL" clId="{A44FACB3-3A32-418A-B1D8-F602B668736A}" dt="2026-08-06T06:58:06.206" v="84" actId="21"/>
          <ac:spMkLst>
            <pc:docMk/>
            <pc:sldMk cId="0" sldId="258"/>
            <ac:spMk id="7" creationId="{22D905D9-AAC5-3957-E29C-1F3E78727844}"/>
          </ac:spMkLst>
        </pc:spChg>
        <pc:spChg chg="add mod">
          <ac:chgData name="Fizza Maira" userId="d0a25a6f-4008-4c86-8740-27856525f3e1" providerId="ADAL" clId="{A44FACB3-3A32-418A-B1D8-F602B668736A}" dt="2026-08-06T07:07:18.056" v="299" actId="12788"/>
          <ac:spMkLst>
            <pc:docMk/>
            <pc:sldMk cId="0" sldId="258"/>
            <ac:spMk id="9" creationId="{73F3F64E-BE4D-D3DF-57D5-BF67AE1E9EDD}"/>
          </ac:spMkLst>
        </pc:spChg>
      </pc:sldChg>
      <pc:sldChg chg="addSp modSp new mod">
        <pc:chgData name="Fizza Maira" userId="d0a25a6f-4008-4c86-8740-27856525f3e1" providerId="ADAL" clId="{A44FACB3-3A32-418A-B1D8-F602B668736A}" dt="2026-08-06T07:08:22.098" v="420" actId="1035"/>
        <pc:sldMkLst>
          <pc:docMk/>
          <pc:sldMk cId="3289224814" sldId="259"/>
        </pc:sldMkLst>
        <pc:spChg chg="add mod">
          <ac:chgData name="Fizza Maira" userId="d0a25a6f-4008-4c86-8740-27856525f3e1" providerId="ADAL" clId="{A44FACB3-3A32-418A-B1D8-F602B668736A}" dt="2026-08-06T07:08:22.098" v="420" actId="1035"/>
          <ac:spMkLst>
            <pc:docMk/>
            <pc:sldMk cId="3289224814" sldId="259"/>
            <ac:spMk id="3" creationId="{31AE4673-2310-7768-CAFE-C71E228846A7}"/>
          </ac:spMkLst>
        </pc:spChg>
        <pc:spChg chg="add mod">
          <ac:chgData name="Fizza Maira" userId="d0a25a6f-4008-4c86-8740-27856525f3e1" providerId="ADAL" clId="{A44FACB3-3A32-418A-B1D8-F602B668736A}" dt="2026-08-06T07:07:48.107" v="348" actId="20577"/>
          <ac:spMkLst>
            <pc:docMk/>
            <pc:sldMk cId="3289224814" sldId="259"/>
            <ac:spMk id="5" creationId="{98CF4003-6B2E-87CF-2817-76889C6135B4}"/>
          </ac:spMkLst>
        </pc:spChg>
      </pc:sldChg>
      <pc:sldChg chg="addSp modSp new mod">
        <pc:chgData name="Fizza Maira" userId="d0a25a6f-4008-4c86-8740-27856525f3e1" providerId="ADAL" clId="{A44FACB3-3A32-418A-B1D8-F602B668736A}" dt="2026-08-06T07:10:21.214" v="482"/>
        <pc:sldMkLst>
          <pc:docMk/>
          <pc:sldMk cId="3987153470" sldId="260"/>
        </pc:sldMkLst>
        <pc:spChg chg="add mod">
          <ac:chgData name="Fizza Maira" userId="d0a25a6f-4008-4c86-8740-27856525f3e1" providerId="ADAL" clId="{A44FACB3-3A32-418A-B1D8-F602B668736A}" dt="2026-08-06T07:09:54.338" v="481" actId="1076"/>
          <ac:spMkLst>
            <pc:docMk/>
            <pc:sldMk cId="3987153470" sldId="260"/>
            <ac:spMk id="3" creationId="{FBE09B85-CBAA-6E41-F9C1-5D0C62D32631}"/>
          </ac:spMkLst>
        </pc:spChg>
        <pc:spChg chg="add mod">
          <ac:chgData name="Fizza Maira" userId="d0a25a6f-4008-4c86-8740-27856525f3e1" providerId="ADAL" clId="{A44FACB3-3A32-418A-B1D8-F602B668736A}" dt="2026-08-06T07:10:21.214" v="482"/>
          <ac:spMkLst>
            <pc:docMk/>
            <pc:sldMk cId="3987153470" sldId="260"/>
            <ac:spMk id="5" creationId="{E2D08B99-26E8-96E3-B453-DEED97ED3C1F}"/>
          </ac:spMkLst>
        </pc:spChg>
      </pc:sldChg>
      <pc:sldChg chg="addSp modSp new mod">
        <pc:chgData name="Fizza Maira" userId="d0a25a6f-4008-4c86-8740-27856525f3e1" providerId="ADAL" clId="{A44FACB3-3A32-418A-B1D8-F602B668736A}" dt="2026-08-06T07:11:25.705" v="519" actId="1076"/>
        <pc:sldMkLst>
          <pc:docMk/>
          <pc:sldMk cId="684907484" sldId="261"/>
        </pc:sldMkLst>
        <pc:spChg chg="add mod">
          <ac:chgData name="Fizza Maira" userId="d0a25a6f-4008-4c86-8740-27856525f3e1" providerId="ADAL" clId="{A44FACB3-3A32-418A-B1D8-F602B668736A}" dt="2026-08-06T07:11:25.705" v="519" actId="1076"/>
          <ac:spMkLst>
            <pc:docMk/>
            <pc:sldMk cId="684907484" sldId="261"/>
            <ac:spMk id="3" creationId="{F6631922-EDA2-CA93-9A0A-C814D5C410DE}"/>
          </ac:spMkLst>
        </pc:spChg>
        <pc:spChg chg="add mod">
          <ac:chgData name="Fizza Maira" userId="d0a25a6f-4008-4c86-8740-27856525f3e1" providerId="ADAL" clId="{A44FACB3-3A32-418A-B1D8-F602B668736A}" dt="2026-08-06T07:10:54.305" v="515"/>
          <ac:spMkLst>
            <pc:docMk/>
            <pc:sldMk cId="684907484" sldId="261"/>
            <ac:spMk id="5" creationId="{BC92D5CD-CEED-CAF9-8E1C-650675A313C3}"/>
          </ac:spMkLst>
        </pc:spChg>
      </pc:sldChg>
      <pc:sldChg chg="addSp modSp new mod">
        <pc:chgData name="Fizza Maira" userId="d0a25a6f-4008-4c86-8740-27856525f3e1" providerId="ADAL" clId="{A44FACB3-3A32-418A-B1D8-F602B668736A}" dt="2026-08-06T07:12:09.100" v="557" actId="1076"/>
        <pc:sldMkLst>
          <pc:docMk/>
          <pc:sldMk cId="2040043498" sldId="262"/>
        </pc:sldMkLst>
        <pc:spChg chg="add mod">
          <ac:chgData name="Fizza Maira" userId="d0a25a6f-4008-4c86-8740-27856525f3e1" providerId="ADAL" clId="{A44FACB3-3A32-418A-B1D8-F602B668736A}" dt="2026-08-06T07:12:09.100" v="557" actId="1076"/>
          <ac:spMkLst>
            <pc:docMk/>
            <pc:sldMk cId="2040043498" sldId="262"/>
            <ac:spMk id="3" creationId="{158013A2-70CA-8E35-F3F3-F40CD428166B}"/>
          </ac:spMkLst>
        </pc:spChg>
        <pc:spChg chg="add mod">
          <ac:chgData name="Fizza Maira" userId="d0a25a6f-4008-4c86-8740-27856525f3e1" providerId="ADAL" clId="{A44FACB3-3A32-418A-B1D8-F602B668736A}" dt="2026-08-06T07:11:53.354" v="555"/>
          <ac:spMkLst>
            <pc:docMk/>
            <pc:sldMk cId="2040043498" sldId="262"/>
            <ac:spMk id="5" creationId="{688822D8-D529-2998-D46B-41BB9F87B091}"/>
          </ac:spMkLst>
        </pc:spChg>
      </pc:sldChg>
      <pc:sldChg chg="addSp modSp new mod">
        <pc:chgData name="Fizza Maira" userId="d0a25a6f-4008-4c86-8740-27856525f3e1" providerId="ADAL" clId="{A44FACB3-3A32-418A-B1D8-F602B668736A}" dt="2026-08-06T07:13:10.115" v="595" actId="1076"/>
        <pc:sldMkLst>
          <pc:docMk/>
          <pc:sldMk cId="3937486198" sldId="263"/>
        </pc:sldMkLst>
        <pc:spChg chg="add mod">
          <ac:chgData name="Fizza Maira" userId="d0a25a6f-4008-4c86-8740-27856525f3e1" providerId="ADAL" clId="{A44FACB3-3A32-418A-B1D8-F602B668736A}" dt="2026-08-06T07:13:10.115" v="595" actId="1076"/>
          <ac:spMkLst>
            <pc:docMk/>
            <pc:sldMk cId="3937486198" sldId="263"/>
            <ac:spMk id="3" creationId="{460254CD-0903-966C-40EF-C5EBA490158C}"/>
          </ac:spMkLst>
        </pc:spChg>
        <pc:spChg chg="add mod">
          <ac:chgData name="Fizza Maira" userId="d0a25a6f-4008-4c86-8740-27856525f3e1" providerId="ADAL" clId="{A44FACB3-3A32-418A-B1D8-F602B668736A}" dt="2026-08-06T07:12:49.659" v="592"/>
          <ac:spMkLst>
            <pc:docMk/>
            <pc:sldMk cId="3937486198" sldId="263"/>
            <ac:spMk id="5" creationId="{7FE4D497-87C5-39D6-FAF0-4FE272E0EB7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 name="Google Shape;9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 name="Google Shape;10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Blank" type="blank">
  <p:cSld name="BLANK">
    <p:spTree>
      <p:nvGrpSpPr>
        <p:cNvPr id="1" name="Shape 15"/>
        <p:cNvGrpSpPr/>
        <p:nvPr/>
      </p:nvGrpSpPr>
      <p:grpSpPr>
        <a:xfrm>
          <a:off x="0" y="0"/>
          <a:ext cx="0" cy="0"/>
          <a:chOff x="0" y="0"/>
          <a:chExt cx="0" cy="0"/>
        </a:xfrm>
      </p:grpSpPr>
      <p:pic>
        <p:nvPicPr>
          <p:cNvPr id="16" name="Google Shape;16;p5"/>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7" name="Google Shape;17;p5"/>
          <p:cNvPicPr preferRelativeResize="0"/>
          <p:nvPr/>
        </p:nvPicPr>
        <p:blipFill rotWithShape="1">
          <a:blip r:embed="rId3">
            <a:alphaModFix/>
          </a:blip>
          <a:srcRect/>
          <a:stretch/>
        </p:blipFill>
        <p:spPr>
          <a:xfrm>
            <a:off x="0" y="4419600"/>
            <a:ext cx="12192000" cy="2438400"/>
          </a:xfrm>
          <a:prstGeom prst="rect">
            <a:avLst/>
          </a:prstGeom>
          <a:noFill/>
          <a:ln>
            <a:noFill/>
          </a:ln>
        </p:spPr>
      </p:pic>
      <p:pic>
        <p:nvPicPr>
          <p:cNvPr id="18" name="Google Shape;18;p5"/>
          <p:cNvPicPr preferRelativeResize="0"/>
          <p:nvPr/>
        </p:nvPicPr>
        <p:blipFill rotWithShape="1">
          <a:blip r:embed="rId4">
            <a:alphaModFix/>
          </a:blip>
          <a:srcRect/>
          <a:stretch/>
        </p:blipFill>
        <p:spPr>
          <a:xfrm>
            <a:off x="9830830" y="3686830"/>
            <a:ext cx="1905000" cy="52230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5_Blank">
  <p:cSld name="5_Blank">
    <p:spTree>
      <p:nvGrpSpPr>
        <p:cNvPr id="1" name="Shape 19"/>
        <p:cNvGrpSpPr/>
        <p:nvPr/>
      </p:nvGrpSpPr>
      <p:grpSpPr>
        <a:xfrm>
          <a:off x="0" y="0"/>
          <a:ext cx="0" cy="0"/>
          <a:chOff x="0" y="0"/>
          <a:chExt cx="0" cy="0"/>
        </a:xfrm>
      </p:grpSpPr>
      <p:pic>
        <p:nvPicPr>
          <p:cNvPr id="20" name="Google Shape;20;p6"/>
          <p:cNvPicPr preferRelativeResize="0"/>
          <p:nvPr/>
        </p:nvPicPr>
        <p:blipFill rotWithShape="1">
          <a:blip r:embed="rId2">
            <a:alphaModFix/>
          </a:blip>
          <a:srcRect/>
          <a:stretch/>
        </p:blipFill>
        <p:spPr>
          <a:xfrm>
            <a:off x="10797369" y="6362197"/>
            <a:ext cx="960461" cy="372478"/>
          </a:xfrm>
          <a:prstGeom prst="rect">
            <a:avLst/>
          </a:prstGeom>
          <a:noFill/>
          <a:ln>
            <a:noFill/>
          </a:ln>
        </p:spPr>
      </p:pic>
      <p:pic>
        <p:nvPicPr>
          <p:cNvPr id="21" name="Google Shape;21;p6"/>
          <p:cNvPicPr preferRelativeResize="0"/>
          <p:nvPr/>
        </p:nvPicPr>
        <p:blipFill rotWithShape="1">
          <a:blip r:embed="rId3">
            <a:alphaModFix/>
          </a:blip>
          <a:srcRect/>
          <a:stretch/>
        </p:blipFill>
        <p:spPr>
          <a:xfrm>
            <a:off x="0" y="0"/>
            <a:ext cx="12192000" cy="7143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56">
          <p15:clr>
            <a:srgbClr val="FBAE40"/>
          </p15:clr>
        </p15:guide>
        <p15:guide id="2" pos="751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7_Blank">
  <p:cSld name="7_Blank">
    <p:spTree>
      <p:nvGrpSpPr>
        <p:cNvPr id="1" name="Shape 22"/>
        <p:cNvGrpSpPr/>
        <p:nvPr/>
      </p:nvGrpSpPr>
      <p:grpSpPr>
        <a:xfrm>
          <a:off x="0" y="0"/>
          <a:ext cx="0" cy="0"/>
          <a:chOff x="0" y="0"/>
          <a:chExt cx="0" cy="0"/>
        </a:xfrm>
      </p:grpSpPr>
      <p:pic>
        <p:nvPicPr>
          <p:cNvPr id="23" name="Google Shape;23;p7"/>
          <p:cNvPicPr preferRelativeResize="0"/>
          <p:nvPr/>
        </p:nvPicPr>
        <p:blipFill rotWithShape="1">
          <a:blip r:embed="rId2">
            <a:alphaModFix amt="5000"/>
          </a:blip>
          <a:srcRect/>
          <a:stretch/>
        </p:blipFill>
        <p:spPr>
          <a:xfrm>
            <a:off x="3976469" y="2607021"/>
            <a:ext cx="4239062" cy="1643957"/>
          </a:xfrm>
          <a:prstGeom prst="rect">
            <a:avLst/>
          </a:prstGeom>
          <a:noFill/>
          <a:ln>
            <a:noFill/>
          </a:ln>
        </p:spPr>
      </p:pic>
    </p:spTree>
  </p:cSld>
  <p:clrMapOvr>
    <a:masterClrMapping/>
  </p:clrMapOvr>
  <p:extLst>
    <p:ext uri="{DCECCB84-F9BA-43D5-87BE-67443E8EF086}">
      <p15:sldGuideLst xmlns:p15="http://schemas.microsoft.com/office/powerpoint/2012/main">
        <p15:guide id="1" orient="horz" pos="4156">
          <p15:clr>
            <a:srgbClr val="FBAE40"/>
          </p15:clr>
        </p15:guide>
        <p15:guide id="2" pos="751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sp>
        <p:nvSpPr>
          <p:cNvPr id="25" name="Google Shape;25;p8"/>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7" name="Google Shape;2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0"/>
        <p:cNvGrpSpPr/>
        <p:nvPr/>
      </p:nvGrpSpPr>
      <p:grpSpPr>
        <a:xfrm>
          <a:off x="0" y="0"/>
          <a:ext cx="0" cy="0"/>
          <a:chOff x="0" y="0"/>
          <a:chExt cx="0" cy="0"/>
        </a:xfrm>
      </p:grpSpPr>
      <p:sp>
        <p:nvSpPr>
          <p:cNvPr id="31" name="Google Shape;31;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6"/>
        <p:cNvGrpSpPr/>
        <p:nvPr/>
      </p:nvGrpSpPr>
      <p:grpSpPr>
        <a:xfrm>
          <a:off x="0" y="0"/>
          <a:ext cx="0" cy="0"/>
          <a:chOff x="0" y="0"/>
          <a:chExt cx="0" cy="0"/>
        </a:xfrm>
      </p:grpSpPr>
      <p:sp>
        <p:nvSpPr>
          <p:cNvPr id="37" name="Google Shape;37;p10"/>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9" name="Google Shape;3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sp>
        <p:nvSpPr>
          <p:cNvPr id="43" name="Google Shape;4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1"/>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11"/>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12"/>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12"/>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12"/>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2" name="Google Shape;62;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3"/>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4"/>
        <p:cNvGrpSpPr/>
        <p:nvPr/>
      </p:nvGrpSpPr>
      <p:grpSpPr>
        <a:xfrm>
          <a:off x="0" y="0"/>
          <a:ext cx="0" cy="0"/>
          <a:chOff x="0" y="0"/>
          <a:chExt cx="0" cy="0"/>
        </a:xfrm>
      </p:grpSpPr>
      <p:sp>
        <p:nvSpPr>
          <p:cNvPr id="65" name="Google Shape;65;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7" name="Google Shape;67;p1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8" name="Google Shape;68;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6"/>
          <p:cNvSpPr>
            <a:spLocks noGrp="1"/>
          </p:cNvSpPr>
          <p:nvPr>
            <p:ph type="pic" idx="2"/>
          </p:nvPr>
        </p:nvSpPr>
        <p:spPr>
          <a:xfrm>
            <a:off x="5183188" y="987425"/>
            <a:ext cx="6172200" cy="4873625"/>
          </a:xfrm>
          <a:prstGeom prst="rect">
            <a:avLst/>
          </a:prstGeom>
          <a:noFill/>
          <a:ln>
            <a:noFill/>
          </a:ln>
        </p:spPr>
      </p:sp>
      <p:sp>
        <p:nvSpPr>
          <p:cNvPr id="74" name="Google Shape;74;p16"/>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5" name="Google Shape;7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8"/>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8"/>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alphaModFix/>
          </a:blip>
          <a:tile tx="0" ty="0" sx="100000" sy="100000" flip="none" algn="tl"/>
        </a:blipFill>
        <a:effectLst/>
      </p:bgPr>
    </p:bg>
    <p:spTree>
      <p:nvGrpSpPr>
        <p:cNvPr id="1" name="Shape 93"/>
        <p:cNvGrpSpPr/>
        <p:nvPr/>
      </p:nvGrpSpPr>
      <p:grpSpPr>
        <a:xfrm>
          <a:off x="0" y="0"/>
          <a:ext cx="0" cy="0"/>
          <a:chOff x="0" y="0"/>
          <a:chExt cx="0" cy="0"/>
        </a:xfrm>
      </p:grpSpPr>
      <p:sp>
        <p:nvSpPr>
          <p:cNvPr id="94" name="Google Shape;94;p1"/>
          <p:cNvSpPr txBox="1"/>
          <p:nvPr/>
        </p:nvSpPr>
        <p:spPr>
          <a:xfrm>
            <a:off x="261257" y="5321712"/>
            <a:ext cx="10896599" cy="5232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800"/>
              <a:buFont typeface="Arial"/>
              <a:buNone/>
            </a:pPr>
            <a:r>
              <a:rPr lang="en-US" sz="2800" b="1" i="0" u="none" strike="noStrike" cap="none">
                <a:solidFill>
                  <a:schemeClr val="bg1"/>
                </a:solidFill>
                <a:latin typeface="Calibri"/>
                <a:ea typeface="Calibri"/>
                <a:cs typeface="Calibri"/>
                <a:sym typeface="Calibri"/>
              </a:rPr>
              <a:t>Research Paper Navigator</a:t>
            </a:r>
          </a:p>
          <a:p>
            <a:pPr marL="0" marR="0" lvl="0" indent="0" algn="ctr" rtl="0">
              <a:lnSpc>
                <a:spcPct val="100000"/>
              </a:lnSpc>
              <a:spcBef>
                <a:spcPts val="0"/>
              </a:spcBef>
              <a:spcAft>
                <a:spcPts val="0"/>
              </a:spcAft>
              <a:buClr>
                <a:srgbClr val="000000"/>
              </a:buClr>
              <a:buSzPts val="2800"/>
              <a:buFont typeface="Arial"/>
              <a:buNone/>
            </a:pPr>
            <a:r>
              <a:rPr lang="en-US" sz="2800" b="1" i="0" u="none" strike="noStrike" cap="none">
                <a:solidFill>
                  <a:schemeClr val="bg1"/>
                </a:solidFill>
                <a:latin typeface="Calibri"/>
                <a:ea typeface="Calibri"/>
                <a:cs typeface="Calibri"/>
                <a:sym typeface="Calibri"/>
              </a:rPr>
              <a:t>Designing and Evaluating a Retrieval-Augmented LLM System</a:t>
            </a:r>
          </a:p>
          <a:p>
            <a:pPr marL="0" marR="0" lvl="0" indent="0" algn="ctr" rtl="0">
              <a:lnSpc>
                <a:spcPct val="100000"/>
              </a:lnSpc>
              <a:spcBef>
                <a:spcPts val="0"/>
              </a:spcBef>
              <a:spcAft>
                <a:spcPts val="0"/>
              </a:spcAft>
              <a:buClr>
                <a:srgbClr val="000000"/>
              </a:buClr>
              <a:buSzPts val="2800"/>
              <a:buFont typeface="Arial"/>
              <a:buNone/>
            </a:pPr>
            <a:r>
              <a:rPr lang="en-US" sz="2800" b="1" i="0" u="none" strike="noStrike" cap="none">
                <a:solidFill>
                  <a:schemeClr val="bg1"/>
                </a:solidFill>
                <a:latin typeface="Calibri"/>
                <a:ea typeface="Calibri"/>
                <a:cs typeface="Calibri"/>
                <a:sym typeface="Calibri"/>
              </a:rPr>
              <a:t>Vignesh Mandalapa</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
          <p:cNvSpPr txBox="1"/>
          <p:nvPr/>
        </p:nvSpPr>
        <p:spPr>
          <a:xfrm>
            <a:off x="291078" y="1298425"/>
            <a:ext cx="11609700" cy="3600945"/>
          </a:xfrm>
          <a:prstGeom prst="rect">
            <a:avLst/>
          </a:prstGeom>
          <a:noFill/>
          <a:ln>
            <a:noFill/>
          </a:ln>
        </p:spPr>
        <p:txBody>
          <a:bodyPr spcFirstLastPara="1" wrap="square" lIns="91425" tIns="45700" rIns="91425" bIns="45700" anchor="t" anchorCtr="0">
            <a:spAutoFit/>
          </a:bodyPr>
          <a:lstStyle/>
          <a:p>
            <a:pPr algn="ctr"/>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Designing and Evaluating a Retrieval-Augmented LLM System</a:t>
            </a:r>
          </a:p>
          <a:p>
            <a:pPr algn="ctr"/>
            <a:r>
              <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rPr>
              <a:t>Vignesh Mandalapa</a:t>
            </a:r>
          </a:p>
          <a:p>
            <a:pPr algn="ctr"/>
            <a:endPar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algn="ctr"/>
            <a:endPar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algn="ctr"/>
            <a:r>
              <a:rPr lang="en-US" sz="2000" b="1" dirty="0">
                <a:solidFill>
                  <a:schemeClr val="tx1"/>
                </a:solidFill>
                <a:latin typeface="Calibri" panose="020F0502020204030204" pitchFamily="34" charset="0"/>
                <a:ea typeface="Calibri" panose="020F0502020204030204" pitchFamily="34" charset="0"/>
                <a:cs typeface="Calibri" panose="020F0502020204030204" pitchFamily="34" charset="0"/>
              </a:rPr>
              <a:t>Scenario: Research Paper Navigator</a:t>
            </a:r>
          </a:p>
          <a:p>
            <a:pPr algn="ct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Dataset: 153 research-paper PDFs / 6,105 extracted pages</a:t>
            </a:r>
          </a:p>
          <a:p>
            <a:pPr algn="ct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Goal: Find, compare, and explain research evidence with traceable citations</a:t>
            </a:r>
          </a:p>
          <a:p>
            <a:pPr algn="ct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Final design: Hybrid retrieval + agentic reasoning + security and efficiency controls</a:t>
            </a:r>
            <a:endPar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algn="ctr"/>
            <a:endPar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algn="ctr"/>
            <a:r>
              <a:rPr lang="en-US" sz="2000" dirty="0">
                <a:solidFill>
                  <a:schemeClr val="tx1"/>
                </a:solidFill>
                <a:latin typeface="Calibri" panose="020F0502020204030204" pitchFamily="34" charset="0"/>
                <a:ea typeface="Calibri" panose="020F0502020204030204" pitchFamily="34" charset="0"/>
                <a:cs typeface="Calibri" panose="020F0502020204030204" pitchFamily="34" charset="0"/>
              </a:rPr>
              <a:t>The system was developed and refined across the course checkpoints.</a:t>
            </a:r>
            <a:endParaRPr lang="en-IN" sz="2000" dirty="0">
              <a:solidFill>
                <a:schemeClr val="tx1"/>
              </a:solidFill>
              <a:latin typeface="Calibri" panose="020F0502020204030204" pitchFamily="34" charset="0"/>
              <a:ea typeface="Calibri" panose="020F0502020204030204" pitchFamily="34" charset="0"/>
              <a:cs typeface="Calibri" panose="020F0502020204030204" pitchFamily="34" charset="0"/>
            </a:endParaRPr>
          </a:p>
          <a:p>
            <a:pPr algn="ctr"/>
            <a:endParaRPr lang="en-IN" dirty="0">
              <a:solidFill>
                <a:schemeClr val="tx1"/>
              </a:solidFill>
            </a:endParaRPr>
          </a:p>
          <a:p>
            <a:pPr marL="0" marR="0" lvl="0" indent="0" algn="l" rtl="0">
              <a:lnSpc>
                <a:spcPct val="100000"/>
              </a:lnSpc>
              <a:spcBef>
                <a:spcPts val="0"/>
              </a:spcBef>
              <a:spcAft>
                <a:spcPts val="0"/>
              </a:spcAft>
              <a:buClr>
                <a:srgbClr val="000000"/>
              </a:buClr>
              <a:buSzPts val="2800"/>
              <a:buFont typeface="Arial"/>
              <a:buNone/>
            </a:pPr>
            <a:endParaRPr sz="1400" b="0" i="0" u="none" strike="noStrike" cap="none" dirty="0">
              <a:solidFill>
                <a:schemeClr val="tx1"/>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3" name="TextBox 2">
            <a:extLst>
              <a:ext uri="{FF2B5EF4-FFF2-40B4-BE49-F238E27FC236}">
                <a16:creationId xmlns:a16="http://schemas.microsoft.com/office/drawing/2014/main" id="{9809ED82-7865-1E75-8005-E3EE187972A9}"/>
              </a:ext>
            </a:extLst>
          </p:cNvPr>
          <p:cNvSpPr txBox="1"/>
          <p:nvPr/>
        </p:nvSpPr>
        <p:spPr>
          <a:xfrm>
            <a:off x="707571" y="1487847"/>
            <a:ext cx="9143999" cy="1754326"/>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pPr algn="l"/>
            <a:r>
              <a:rPr lang="en-US" sz="1800" b="0" dirty="0">
                <a:solidFill>
                  <a:schemeClr val="tx1"/>
                </a:solidFill>
              </a:rPr>
              <a:t>• Research questions may require evidence from one or several papers.</a:t>
            </a:r>
          </a:p>
          <a:p>
            <a:pPr algn="l"/>
            <a:r>
              <a:rPr lang="en-US" sz="1800" b="0" dirty="0">
                <a:solidFill>
                  <a:schemeClr val="tx1"/>
                </a:solidFill>
              </a:rPr>
              <a:t>• General LLM knowledge can produce plausible but unsupported quotations and citations.</a:t>
            </a:r>
          </a:p>
          <a:p>
            <a:pPr algn="l"/>
            <a:r>
              <a:rPr lang="en-US" sz="1800" b="0" dirty="0">
                <a:solidFill>
                  <a:schemeClr val="tx1"/>
                </a:solidFill>
              </a:rPr>
              <a:t>• Whole-paper citations force users to manually search for the supporting passage.</a:t>
            </a:r>
          </a:p>
          <a:p>
            <a:pPr algn="l"/>
            <a:r>
              <a:rPr lang="en-US" sz="1800" b="0" dirty="0">
                <a:solidFill>
                  <a:schemeClr val="tx1"/>
                </a:solidFill>
              </a:rPr>
              <a:t>• Intended users: students, researchers, and reviewers comparing technical literature.</a:t>
            </a:r>
          </a:p>
          <a:p>
            <a:pPr algn="l"/>
            <a:r>
              <a:rPr lang="en-US" sz="1800" b="0" dirty="0">
                <a:solidFill>
                  <a:schemeClr val="tx1"/>
                </a:solidFill>
              </a:rPr>
              <a:t>• Goal: return useful summaries with the paper and PDF page position needed to verify each claim.</a:t>
            </a:r>
            <a:endParaRPr lang="en-IN" sz="1800" b="0" dirty="0">
              <a:solidFill>
                <a:schemeClr val="tx1"/>
              </a:solidFill>
            </a:endParaRPr>
          </a:p>
        </p:txBody>
      </p:sp>
      <p:sp>
        <p:nvSpPr>
          <p:cNvPr id="9" name="TextBox 8">
            <a:extLst>
              <a:ext uri="{FF2B5EF4-FFF2-40B4-BE49-F238E27FC236}">
                <a16:creationId xmlns:a16="http://schemas.microsoft.com/office/drawing/2014/main" id="{73F3F64E-BE4D-D3DF-57D5-BF67AE1E9EDD}"/>
              </a:ext>
            </a:extLst>
          </p:cNvPr>
          <p:cNvSpPr txBox="1"/>
          <p:nvPr/>
        </p:nvSpPr>
        <p:spPr>
          <a:xfrm>
            <a:off x="304800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The Problem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1AE4673-2310-7768-CAFE-C71E228846A7}"/>
              </a:ext>
            </a:extLst>
          </p:cNvPr>
          <p:cNvSpPr txBox="1"/>
          <p:nvPr/>
        </p:nvSpPr>
        <p:spPr>
          <a:xfrm>
            <a:off x="707571" y="1498734"/>
            <a:ext cx="9143999" cy="3785652"/>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r>
              <a:rPr lang="en-US" sz="2000" b="0" dirty="0">
                <a:solidFill>
                  <a:schemeClr val="tx1"/>
                </a:solidFill>
              </a:rPr>
              <a:t>USER QUESTION</a:t>
            </a:r>
          </a:p>
          <a:p>
            <a:r>
              <a:rPr lang="en-US" sz="2000" b="0" dirty="0">
                <a:solidFill>
                  <a:schemeClr val="tx1"/>
                </a:solidFill>
              </a:rPr>
              <a:t>        ↓</a:t>
            </a:r>
          </a:p>
          <a:p>
            <a:r>
              <a:rPr lang="en-US" sz="2000" b="0" dirty="0">
                <a:solidFill>
                  <a:schemeClr val="tx1"/>
                </a:solidFill>
              </a:rPr>
              <a:t>Sanitize and route the request</a:t>
            </a:r>
          </a:p>
          <a:p>
            <a:r>
              <a:rPr lang="en-US" sz="2000" b="0" dirty="0">
                <a:solidFill>
                  <a:schemeClr val="tx1"/>
                </a:solidFill>
              </a:rPr>
              <a:t>        ↓</a:t>
            </a:r>
          </a:p>
          <a:p>
            <a:r>
              <a:rPr lang="en-US" sz="2000" b="0" dirty="0">
                <a:solidFill>
                  <a:schemeClr val="tx1"/>
                </a:solidFill>
              </a:rPr>
              <a:t>Hybrid page retrieval (BM25 + semantic vectors)</a:t>
            </a:r>
          </a:p>
          <a:p>
            <a:r>
              <a:rPr lang="en-US" sz="2000" b="0" dirty="0">
                <a:solidFill>
                  <a:schemeClr val="tx1"/>
                </a:solidFill>
              </a:rPr>
              <a:t>        ↓</a:t>
            </a:r>
          </a:p>
          <a:p>
            <a:r>
              <a:rPr lang="en-US" sz="2000" b="0" dirty="0">
                <a:solidFill>
                  <a:schemeClr val="tx1"/>
                </a:solidFill>
              </a:rPr>
              <a:t>Agent checks evidence coverage, rewrites/decomposes the query, and expands nearby pages when needed</a:t>
            </a:r>
          </a:p>
          <a:p>
            <a:r>
              <a:rPr lang="en-US" sz="2000" b="0" dirty="0">
                <a:solidFill>
                  <a:schemeClr val="tx1"/>
                </a:solidFill>
              </a:rPr>
              <a:t>        ↓</a:t>
            </a:r>
          </a:p>
          <a:p>
            <a:r>
              <a:rPr lang="en-US" sz="2000" b="0" dirty="0">
                <a:solidFill>
                  <a:schemeClr val="tx1"/>
                </a:solidFill>
              </a:rPr>
              <a:t>LLM generates an evidence-grounded answer with paper and page IDs</a:t>
            </a:r>
          </a:p>
          <a:p>
            <a:r>
              <a:rPr lang="en-US" sz="2000" b="0" dirty="0">
                <a:solidFill>
                  <a:schemeClr val="tx1"/>
                </a:solidFill>
              </a:rPr>
              <a:t>        ↓</a:t>
            </a:r>
          </a:p>
          <a:p>
            <a:r>
              <a:rPr lang="en-US" sz="2000" b="0" dirty="0">
                <a:solidFill>
                  <a:schemeClr val="tx1"/>
                </a:solidFill>
              </a:rPr>
              <a:t>Validated answers may be reused through semantic caching</a:t>
            </a:r>
          </a:p>
        </p:txBody>
      </p:sp>
      <p:sp>
        <p:nvSpPr>
          <p:cNvPr id="5" name="TextBox 4">
            <a:extLst>
              <a:ext uri="{FF2B5EF4-FFF2-40B4-BE49-F238E27FC236}">
                <a16:creationId xmlns:a16="http://schemas.microsoft.com/office/drawing/2014/main" id="{98CF4003-6B2E-87CF-2817-76889C6135B4}"/>
              </a:ext>
            </a:extLst>
          </p:cNvPr>
          <p:cNvSpPr txBox="1"/>
          <p:nvPr/>
        </p:nvSpPr>
        <p:spPr>
          <a:xfrm>
            <a:off x="2231570" y="560487"/>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The Solution</a:t>
            </a:r>
          </a:p>
        </p:txBody>
      </p:sp>
    </p:spTree>
    <p:extLst>
      <p:ext uri="{BB962C8B-B14F-4D97-AF65-F5344CB8AC3E}">
        <p14:creationId xmlns:p14="http://schemas.microsoft.com/office/powerpoint/2010/main" val="328922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BE09B85-CBAA-6E41-F9C1-5D0C62D32631}"/>
              </a:ext>
            </a:extLst>
          </p:cNvPr>
          <p:cNvSpPr txBox="1"/>
          <p:nvPr/>
        </p:nvSpPr>
        <p:spPr>
          <a:xfrm>
            <a:off x="707571" y="1497600"/>
            <a:ext cx="9143999" cy="4093428"/>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r>
              <a:rPr lang="en-US" sz="2000" b="0" dirty="0">
                <a:solidFill>
                  <a:schemeClr val="tx1"/>
                </a:solidFill>
              </a:rPr>
              <a:t>RETRIEVAL</a:t>
            </a:r>
          </a:p>
          <a:p>
            <a:r>
              <a:rPr lang="en-US" sz="2000" b="0" dirty="0">
                <a:solidFill>
                  <a:schemeClr val="tx1"/>
                </a:solidFill>
              </a:rPr>
              <a:t>• Page-level indexing with filename and PDF-position metadata</a:t>
            </a:r>
          </a:p>
          <a:p>
            <a:r>
              <a:rPr lang="en-US" sz="2000" b="0" dirty="0">
                <a:solidFill>
                  <a:schemeClr val="tx1"/>
                </a:solidFill>
              </a:rPr>
              <a:t>• Hybrid retrieval for exact terms and paraphrased concepts</a:t>
            </a:r>
          </a:p>
          <a:p>
            <a:r>
              <a:rPr lang="en-US" sz="2000" b="0" dirty="0">
                <a:solidFill>
                  <a:schemeClr val="tx1"/>
                </a:solidFill>
              </a:rPr>
              <a:t>• Direct path for a clear single-paper question; full agent for comparisons</a:t>
            </a:r>
          </a:p>
          <a:p>
            <a:endParaRPr lang="en-US" sz="2000" b="0" dirty="0">
              <a:solidFill>
                <a:schemeClr val="tx1"/>
              </a:solidFill>
            </a:endParaRPr>
          </a:p>
          <a:p>
            <a:r>
              <a:rPr lang="en-US" sz="2000" b="0" dirty="0">
                <a:solidFill>
                  <a:schemeClr val="tx1"/>
                </a:solidFill>
              </a:rPr>
              <a:t>EVIDENCE</a:t>
            </a:r>
          </a:p>
          <a:p>
            <a:r>
              <a:rPr lang="en-US" sz="2000" b="0" dirty="0">
                <a:solidFill>
                  <a:schemeClr val="tx1"/>
                </a:solidFill>
              </a:rPr>
              <a:t>• Representative single-paper, multi-paper, paraphrased, and security tests</a:t>
            </a:r>
          </a:p>
          <a:p>
            <a:r>
              <a:rPr lang="en-US" sz="2000" b="0" dirty="0">
                <a:solidFill>
                  <a:schemeClr val="tx1"/>
                </a:solidFill>
              </a:rPr>
              <a:t>• Direct route: 1 call, 1,761 tokens, 2.24 s</a:t>
            </a:r>
          </a:p>
          <a:p>
            <a:r>
              <a:rPr lang="en-US" sz="2000" b="0" dirty="0">
                <a:solidFill>
                  <a:schemeClr val="tx1"/>
                </a:solidFill>
              </a:rPr>
              <a:t>• Full agent on the same question: 3 calls, 3,533 tokens, 3.87 s</a:t>
            </a:r>
          </a:p>
          <a:p>
            <a:r>
              <a:rPr lang="en-US" sz="2000" b="0" dirty="0">
                <a:solidFill>
                  <a:schemeClr val="tx1"/>
                </a:solidFill>
              </a:rPr>
              <a:t>• Exact and equivalent cached questions: 0 chat calls; about 0.24–0.27 s</a:t>
            </a:r>
          </a:p>
          <a:p>
            <a:endParaRPr lang="en-US" sz="2000" b="0" dirty="0">
              <a:solidFill>
                <a:schemeClr val="tx1"/>
              </a:solidFill>
            </a:endParaRPr>
          </a:p>
          <a:p>
            <a:r>
              <a:rPr lang="en-US" sz="2000" b="0" dirty="0">
                <a:solidFill>
                  <a:schemeClr val="tx1"/>
                </a:solidFill>
              </a:rPr>
              <a:t>LIMITATION</a:t>
            </a:r>
          </a:p>
          <a:p>
            <a:r>
              <a:rPr lang="en-US" sz="2000" b="0" dirty="0">
                <a:solidFill>
                  <a:schemeClr val="tx1"/>
                </a:solidFill>
              </a:rPr>
              <a:t>• A cited page ID still requires claim-level verification</a:t>
            </a:r>
          </a:p>
        </p:txBody>
      </p:sp>
      <p:sp>
        <p:nvSpPr>
          <p:cNvPr id="5" name="TextBox 4">
            <a:extLst>
              <a:ext uri="{FF2B5EF4-FFF2-40B4-BE49-F238E27FC236}">
                <a16:creationId xmlns:a16="http://schemas.microsoft.com/office/drawing/2014/main" id="{E2D08B99-26E8-96E3-B453-DEED97ED3C1F}"/>
              </a:ext>
            </a:extLst>
          </p:cNvPr>
          <p:cNvSpPr txBox="1"/>
          <p:nvPr/>
        </p:nvSpPr>
        <p:spPr>
          <a:xfrm>
            <a:off x="3048000" y="608112"/>
            <a:ext cx="6096000" cy="523220"/>
          </a:xfrm>
          <a:prstGeom prst="rect">
            <a:avLst/>
          </a:prstGeom>
          <a:noFill/>
        </p:spPr>
        <p:txBody>
          <a:bodyPr wrap="square">
            <a:spAutoFit/>
          </a:bodyPr>
          <a:lstStyle/>
          <a:p>
            <a:pPr algn="ctr"/>
            <a:r>
              <a:rPr lang="en-IN" sz="2800" b="1">
                <a:solidFill>
                  <a:srgbClr val="A31F34"/>
                </a:solidFill>
                <a:latin typeface="Calibri" panose="020F0502020204030204" pitchFamily="34" charset="0"/>
                <a:ea typeface="Calibri" panose="020F0502020204030204" pitchFamily="34" charset="0"/>
                <a:cs typeface="Calibri" panose="020F0502020204030204" pitchFamily="34" charset="0"/>
              </a:rPr>
              <a:t>Retrieval and Evaluation</a:t>
            </a:r>
            <a:endPar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871534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631922-EDA2-CA93-9A0A-C814D5C410DE}"/>
              </a:ext>
            </a:extLst>
          </p:cNvPr>
          <p:cNvSpPr txBox="1"/>
          <p:nvPr/>
        </p:nvSpPr>
        <p:spPr>
          <a:xfrm>
            <a:off x="707571" y="1497600"/>
            <a:ext cx="9143999" cy="4093428"/>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r>
              <a:rPr lang="en-US" sz="2000" b="0" dirty="0">
                <a:solidFill>
                  <a:schemeClr val="tx1"/>
                </a:solidFill>
              </a:rPr>
              <a:t>• Kept page-level metadata for traceability instead of citing an entire paper.</a:t>
            </a:r>
          </a:p>
          <a:p>
            <a:r>
              <a:rPr lang="en-US" sz="2000" b="0" dirty="0">
                <a:solidFill>
                  <a:schemeClr val="tx1"/>
                </a:solidFill>
              </a:rPr>
              <a:t>• Replaced keyword-only retrieval with hybrid retrieval to support exact and paraphrased queries.</a:t>
            </a:r>
          </a:p>
          <a:p>
            <a:r>
              <a:rPr lang="en-US" sz="2000" b="0" dirty="0">
                <a:solidFill>
                  <a:schemeClr val="tx1"/>
                </a:solidFill>
              </a:rPr>
              <a:t>• Used an agent for multi-paper evidence coverage, but deterministic routing for simple questions.</a:t>
            </a:r>
          </a:p>
          <a:p>
            <a:r>
              <a:rPr lang="en-US" sz="2000" b="0" dirty="0">
                <a:solidFill>
                  <a:schemeClr val="tx1"/>
                </a:solidFill>
              </a:rPr>
              <a:t>• Used a high semantic-cache threshold (0.85) to reduce incorrect answer reuse.</a:t>
            </a:r>
          </a:p>
          <a:p>
            <a:r>
              <a:rPr lang="en-US" sz="2000" b="0" dirty="0">
                <a:solidFill>
                  <a:schemeClr val="tx1"/>
                </a:solidFill>
              </a:rPr>
              <a:t>• Added sanitization, XML separation, evidence-only instructions, and cache versioning.</a:t>
            </a:r>
          </a:p>
          <a:p>
            <a:endParaRPr lang="en-US" sz="2000" b="0" dirty="0">
              <a:solidFill>
                <a:schemeClr val="tx1"/>
              </a:solidFill>
            </a:endParaRPr>
          </a:p>
          <a:p>
            <a:r>
              <a:rPr lang="en-US" sz="2000" b="0" dirty="0">
                <a:solidFill>
                  <a:schemeClr val="tx1"/>
                </a:solidFill>
              </a:rPr>
              <a:t>TRADE-OFF</a:t>
            </a:r>
          </a:p>
          <a:p>
            <a:r>
              <a:rPr lang="en-US" sz="2000" b="0" dirty="0">
                <a:solidFill>
                  <a:schemeClr val="tx1"/>
                </a:solidFill>
              </a:rPr>
              <a:t>The full agent improves coverage for complex questions but increases calls, latency, and cost. Strict security and cache rules may reject some valid inputs or reusable answers. Reliability and source grounding were prioritized over maximum speed.</a:t>
            </a:r>
          </a:p>
        </p:txBody>
      </p:sp>
      <p:sp>
        <p:nvSpPr>
          <p:cNvPr id="5" name="TextBox 4">
            <a:extLst>
              <a:ext uri="{FF2B5EF4-FFF2-40B4-BE49-F238E27FC236}">
                <a16:creationId xmlns:a16="http://schemas.microsoft.com/office/drawing/2014/main" id="{BC92D5CD-CEED-CAF9-8E1C-650675A313C3}"/>
              </a:ext>
            </a:extLst>
          </p:cNvPr>
          <p:cNvSpPr txBox="1"/>
          <p:nvPr/>
        </p:nvSpPr>
        <p:spPr>
          <a:xfrm>
            <a:off x="2231570" y="4938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Engineering Decisions</a:t>
            </a:r>
          </a:p>
        </p:txBody>
      </p:sp>
    </p:spTree>
    <p:extLst>
      <p:ext uri="{BB962C8B-B14F-4D97-AF65-F5344CB8AC3E}">
        <p14:creationId xmlns:p14="http://schemas.microsoft.com/office/powerpoint/2010/main" val="6849074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8013A2-70CA-8E35-F3F3-F40CD428166B}"/>
              </a:ext>
            </a:extLst>
          </p:cNvPr>
          <p:cNvSpPr txBox="1"/>
          <p:nvPr/>
        </p:nvSpPr>
        <p:spPr>
          <a:xfrm>
            <a:off x="707571" y="1497600"/>
            <a:ext cx="9143999" cy="4093428"/>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r>
              <a:rPr lang="en-US" sz="2000" b="0" dirty="0">
                <a:solidFill>
                  <a:schemeClr val="tx1"/>
                </a:solidFill>
              </a:rPr>
              <a:t>CURRENT LIMITATIONS</a:t>
            </a:r>
          </a:p>
          <a:p>
            <a:r>
              <a:rPr lang="en-US" sz="2000" b="0" dirty="0">
                <a:solidFill>
                  <a:schemeClr val="tx1"/>
                </a:solidFill>
              </a:rPr>
              <a:t>• A citation can be relevant without fully supporting the exact claim.</a:t>
            </a:r>
          </a:p>
          <a:p>
            <a:r>
              <a:rPr lang="en-US" sz="2000" b="0" dirty="0">
                <a:solidFill>
                  <a:schemeClr val="tx1"/>
                </a:solidFill>
              </a:rPr>
              <a:t>• Retrieval can still miss evidence when papers use different terminology.</a:t>
            </a:r>
          </a:p>
          <a:p>
            <a:r>
              <a:rPr lang="en-US" sz="2000" b="0" dirty="0">
                <a:solidFill>
                  <a:schemeClr val="tx1"/>
                </a:solidFill>
              </a:rPr>
              <a:t>• Sanitization may miss new, multi-turn, OCR, or formatting-based attacks.</a:t>
            </a:r>
          </a:p>
          <a:p>
            <a:r>
              <a:rPr lang="en-US" sz="2000" b="0" dirty="0">
                <a:solidFill>
                  <a:schemeClr val="tx1"/>
                </a:solidFill>
              </a:rPr>
              <a:t>• Cached answers may become stale, and deterministic routing may misclassify unusual questions.</a:t>
            </a:r>
          </a:p>
          <a:p>
            <a:r>
              <a:rPr lang="en-US" sz="2000" b="0" dirty="0">
                <a:solidFill>
                  <a:schemeClr val="tx1"/>
                </a:solidFill>
              </a:rPr>
              <a:t>• The human-reviewed evaluation set is still small.</a:t>
            </a:r>
          </a:p>
          <a:p>
            <a:endParaRPr lang="en-US" sz="2000" b="0" dirty="0">
              <a:solidFill>
                <a:schemeClr val="tx1"/>
              </a:solidFill>
            </a:endParaRPr>
          </a:p>
          <a:p>
            <a:r>
              <a:rPr lang="en-US" sz="2000" b="0" dirty="0">
                <a:solidFill>
                  <a:schemeClr val="tx1"/>
                </a:solidFill>
              </a:rPr>
              <a:t>NEXT STEPS</a:t>
            </a:r>
          </a:p>
          <a:p>
            <a:r>
              <a:rPr lang="en-US" sz="2000" b="0" dirty="0">
                <a:solidFill>
                  <a:schemeClr val="tx1"/>
                </a:solidFill>
              </a:rPr>
              <a:t>• Add automatic claim-to-citation verification and full-content corpus hashing.</a:t>
            </a:r>
          </a:p>
          <a:p>
            <a:r>
              <a:rPr lang="en-US" sz="2000" b="0" dirty="0">
                <a:solidFill>
                  <a:schemeClr val="tx1"/>
                </a:solidFill>
              </a:rPr>
              <a:t>• Expand the human-reviewed evaluation set.</a:t>
            </a:r>
          </a:p>
          <a:p>
            <a:r>
              <a:rPr lang="en-US" sz="2000" b="0" dirty="0">
                <a:solidFill>
                  <a:schemeClr val="tx1"/>
                </a:solidFill>
              </a:rPr>
              <a:t>• Build an interactive comparison table with filters for paper, author, year, and evidence passages.</a:t>
            </a:r>
            <a:endParaRPr lang="en-IN" sz="2000" b="0" dirty="0">
              <a:solidFill>
                <a:schemeClr val="tx1"/>
              </a:solidFill>
            </a:endParaRPr>
          </a:p>
        </p:txBody>
      </p:sp>
      <p:sp>
        <p:nvSpPr>
          <p:cNvPr id="5" name="TextBox 4">
            <a:extLst>
              <a:ext uri="{FF2B5EF4-FFF2-40B4-BE49-F238E27FC236}">
                <a16:creationId xmlns:a16="http://schemas.microsoft.com/office/drawing/2014/main" id="{688822D8-D529-2998-D46B-41BB9F87B091}"/>
              </a:ext>
            </a:extLst>
          </p:cNvPr>
          <p:cNvSpPr txBox="1"/>
          <p:nvPr/>
        </p:nvSpPr>
        <p:spPr>
          <a:xfrm>
            <a:off x="2552700" y="570012"/>
            <a:ext cx="6096000" cy="523220"/>
          </a:xfrm>
          <a:prstGeom prst="rect">
            <a:avLst/>
          </a:prstGeom>
          <a:noFill/>
        </p:spPr>
        <p:txBody>
          <a:bodyPr wrap="square">
            <a:spAutoFit/>
          </a:bodyPr>
          <a:lstStyle/>
          <a:p>
            <a:pPr algn="ctr"/>
            <a:r>
              <a:rPr lang="en-IN" sz="2800" b="1">
                <a:solidFill>
                  <a:srgbClr val="A31F34"/>
                </a:solidFill>
                <a:latin typeface="Calibri" panose="020F0502020204030204" pitchFamily="34" charset="0"/>
                <a:ea typeface="Calibri" panose="020F0502020204030204" pitchFamily="34" charset="0"/>
                <a:cs typeface="Calibri" panose="020F0502020204030204" pitchFamily="34" charset="0"/>
              </a:rPr>
              <a:t>Limitations and Future Improvements</a:t>
            </a:r>
            <a:endPar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40043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60254CD-0903-966C-40EF-C5EBA490158C}"/>
              </a:ext>
            </a:extLst>
          </p:cNvPr>
          <p:cNvSpPr txBox="1"/>
          <p:nvPr/>
        </p:nvSpPr>
        <p:spPr>
          <a:xfrm>
            <a:off x="707571" y="1497600"/>
            <a:ext cx="9143999" cy="1938992"/>
          </a:xfrm>
          <a:prstGeom prst="rect">
            <a:avLst/>
          </a:prstGeom>
          <a:noFill/>
        </p:spPr>
        <p:txBody>
          <a:bodyPr wrap="square">
            <a:spAutoFit/>
          </a:bodyPr>
          <a:lstStyle>
            <a:defPPr marR="0" lvl="0" algn="l" rtl="0">
              <a:lnSpc>
                <a:spcPct val="100000"/>
              </a:lnSpc>
              <a:spcBef>
                <a:spcPts val="0"/>
              </a:spcBef>
              <a:spcAft>
                <a:spcPts val="0"/>
              </a:spcAft>
              <a:defRPr/>
            </a:defPPr>
            <a:lvl1pPr algn="ctr">
              <a:defRPr sz="2800" b="1">
                <a:solidFill>
                  <a:srgbClr val="A31F34"/>
                </a:solidFill>
                <a:latin typeface="Calibri"/>
                <a:ea typeface="Calibri"/>
                <a:cs typeface="Calibri"/>
              </a:defRPr>
            </a:lvl1pPr>
          </a:lstStyle>
          <a:p>
            <a:r>
              <a:rPr lang="en-US" sz="2000" b="0" dirty="0">
                <a:solidFill>
                  <a:schemeClr val="tx1"/>
                </a:solidFill>
              </a:rPr>
              <a:t>Thank you</a:t>
            </a:r>
          </a:p>
          <a:p>
            <a:endParaRPr lang="en-US" sz="2000" b="0" dirty="0">
              <a:solidFill>
                <a:schemeClr val="tx1"/>
              </a:solidFill>
            </a:endParaRPr>
          </a:p>
          <a:p>
            <a:r>
              <a:rPr lang="en-US" sz="2000" b="0" dirty="0">
                <a:solidFill>
                  <a:schemeClr val="tx1"/>
                </a:solidFill>
              </a:rPr>
              <a:t>Feedback I would value:</a:t>
            </a:r>
          </a:p>
          <a:p>
            <a:r>
              <a:rPr lang="en-US" sz="2000" b="0" dirty="0">
                <a:solidFill>
                  <a:schemeClr val="tx1"/>
                </a:solidFill>
              </a:rPr>
              <a:t>• Is the architecture and retrieval flow clear?</a:t>
            </a:r>
          </a:p>
          <a:p>
            <a:r>
              <a:rPr lang="en-US" sz="2000" b="0" dirty="0">
                <a:solidFill>
                  <a:schemeClr val="tx1"/>
                </a:solidFill>
              </a:rPr>
              <a:t>• Does the evaluation evidence support the engineering decisions?</a:t>
            </a:r>
          </a:p>
          <a:p>
            <a:r>
              <a:rPr lang="en-US" sz="2000" b="0" dirty="0">
                <a:solidFill>
                  <a:schemeClr val="tx1"/>
                </a:solidFill>
              </a:rPr>
              <a:t>• Are the security, quality, latency, and cost trade-offs well justified?</a:t>
            </a:r>
            <a:endParaRPr lang="en-IN" sz="2000" b="0" dirty="0">
              <a:solidFill>
                <a:schemeClr val="tx1"/>
              </a:solidFill>
            </a:endParaRPr>
          </a:p>
        </p:txBody>
      </p:sp>
      <p:sp>
        <p:nvSpPr>
          <p:cNvPr id="5" name="TextBox 4">
            <a:extLst>
              <a:ext uri="{FF2B5EF4-FFF2-40B4-BE49-F238E27FC236}">
                <a16:creationId xmlns:a16="http://schemas.microsoft.com/office/drawing/2014/main" id="{7FE4D497-87C5-39D6-FAF0-4FE272E0EB7E}"/>
              </a:ext>
            </a:extLst>
          </p:cNvPr>
          <p:cNvSpPr txBox="1"/>
          <p:nvPr/>
        </p:nvSpPr>
        <p:spPr>
          <a:xfrm>
            <a:off x="2495550" y="608112"/>
            <a:ext cx="6096000" cy="523220"/>
          </a:xfrm>
          <a:prstGeom prst="rect">
            <a:avLst/>
          </a:prstGeom>
          <a:noFill/>
        </p:spPr>
        <p:txBody>
          <a:bodyPr wrap="square">
            <a:spAutoFit/>
          </a:bodyPr>
          <a:lstStyle/>
          <a:p>
            <a:pPr algn="ctr"/>
            <a:r>
              <a:rPr lang="en-IN" sz="2800" b="1" dirty="0">
                <a:solidFill>
                  <a:srgbClr val="A31F34"/>
                </a:solidFill>
                <a:latin typeface="Calibri" panose="020F0502020204030204" pitchFamily="34" charset="0"/>
                <a:ea typeface="Calibri" panose="020F0502020204030204" pitchFamily="34" charset="0"/>
                <a:cs typeface="Calibri" panose="020F0502020204030204" pitchFamily="34" charset="0"/>
              </a:rPr>
              <a:t>Questions and Feedback</a:t>
            </a:r>
          </a:p>
        </p:txBody>
      </p:sp>
    </p:spTree>
    <p:extLst>
      <p:ext uri="{BB962C8B-B14F-4D97-AF65-F5344CB8AC3E}">
        <p14:creationId xmlns:p14="http://schemas.microsoft.com/office/powerpoint/2010/main" val="3937486198"/>
      </p:ext>
    </p:extLst>
  </p:cSld>
  <p:clrMapOvr>
    <a:masterClrMapping/>
  </p:clrMapOvr>
</p:sld>
</file>

<file path=ppt/theme/theme1.xml><?xml version="1.0" encoding="utf-8"?>
<a:theme xmlns:a="http://schemas.openxmlformats.org/drawingml/2006/main" name="1_MIT PE">
  <a:themeElements>
    <a:clrScheme name="Blue Warm">
      <a:dk1>
        <a:srgbClr val="000000"/>
      </a:dk1>
      <a:lt1>
        <a:srgbClr val="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573</Words>
  <Application>Microsoft Office PowerPoint</Application>
  <PresentationFormat>Widescreen</PresentationFormat>
  <Paragraphs>73</Paragraphs>
  <Slides>8</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Times New Roman</vt:lpstr>
      <vt:lpstr>1_MIT 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Shilpiya</dc:creator>
  <cp:lastModifiedBy>Vignesh Mandalapa</cp:lastModifiedBy>
  <cp:revision>5</cp:revision>
  <dcterms:created xsi:type="dcterms:W3CDTF">2018-11-05T13:58:18Z</dcterms:created>
  <dcterms:modified xsi:type="dcterms:W3CDTF">2026-10-10T21:51:48Z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0x010100296DC331548237488BA9A87C5C22BBA4</vt:lpwstr>
  </property>
  <property fmtid="{D5CDD505-2E9C-101B-9397-08002B2CF9AE}" pid="3" name="ArticulateGUID">
    <vt:lpwstr>405BEB8A-A8B9-422E-86C1-391F774E521D</vt:lpwstr>
  </property>
  <property fmtid="{D5CDD505-2E9C-101B-9397-08002B2CF9AE}" pid="4" name="ArticulatePath">
    <vt:lpwstr>MIT_xPRO_PPT_Template</vt:lpwstr>
  </property>
</Properties>
</file>